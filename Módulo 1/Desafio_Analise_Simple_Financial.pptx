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3F008-540B-6568-C3A0-E847BB56D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275B56-6823-A4B6-70A8-0A8B5DE90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333C53-CD80-F152-1CBB-77901CC77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730-4219-472C-83AB-7C86DB4E65AC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476A94-0E58-65EF-1FFD-7129D05D9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F2DF35-473A-7DB0-9475-32613720A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A2E4D-F9E4-47A1-9ACE-306293638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308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424B2-519F-92B6-7C07-6F66474F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DF7453-82F7-502C-F9B6-732315B19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4A0D45-935D-4838-EF56-943040743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730-4219-472C-83AB-7C86DB4E65AC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B65D8D-8893-85C6-3A7E-820C92F2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9AACB4-D12C-8B80-E600-0B7830630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A2E4D-F9E4-47A1-9ACE-306293638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94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0E288-42AB-F969-5F42-1790F1021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25AA25-380C-29EC-45FC-68C897E85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00F0B4-90D5-34B3-3BFA-4CA2C89A7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730-4219-472C-83AB-7C86DB4E65AC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8B4792-8D9B-CF56-11E3-67CF822F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99A4EF-000B-F10A-D6A1-E30E20351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A2E4D-F9E4-47A1-9ACE-306293638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68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7AB15-5B36-455D-69C5-1FAF4E87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CB62D3-3B47-5C5C-01AE-F4656DE45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E65B16-A741-07F3-6AD4-C6C4D0FB4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E3691B-8B59-58C4-6E0B-86E7E6EE1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730-4219-472C-83AB-7C86DB4E65AC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FF493F-547E-73BC-0618-E54696E26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E8D4C4-D92F-A8A3-5C76-CD190E9E5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A2E4D-F9E4-47A1-9ACE-306293638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2281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D076E-B1F7-F684-1213-19954994B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320F46-0297-19F8-38DF-262458D02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A68BA5-9B4A-BE57-2C1B-3BFDB8227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359FF25-0F3F-7323-4928-1975F15A0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CA707-F7EE-C71C-6AF4-AC0A1B5E5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80681B-F297-DF29-15D8-1AC875A3D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730-4219-472C-83AB-7C86DB4E65AC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D107E4-14F8-DB8A-EB3F-387C23FEE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DFC1A9B-BD12-F251-2EB9-09ABDE88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A2E4D-F9E4-47A1-9ACE-306293638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2195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97946-569F-5401-FF50-1D880CE4B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CAA31C-9198-3D94-FD7A-A5AFA2AD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730-4219-472C-83AB-7C86DB4E65AC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E986263-86E0-DB5D-3A00-B09FDCA3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30EF284-D427-7A5B-1665-8BEBF78BE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A2E4D-F9E4-47A1-9ACE-306293638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6466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A39D654-7803-14A6-355D-1B926F79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730-4219-472C-83AB-7C86DB4E65AC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8443DD3-A5F8-8295-4C88-955F48D1B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EAA55B-2AEE-C14B-2A87-5C7901B1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A2E4D-F9E4-47A1-9ACE-306293638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57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C4D74-36A0-AB1E-87CE-168609C36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74AA5E-CE9D-A4C4-7D8D-8EC20D774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E7BBF4-5B40-C74C-2D67-A74344E74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C968EB-9502-331F-18C5-8CEFDBC86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730-4219-472C-83AB-7C86DB4E65AC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36A55C-5E82-DFD8-6FF6-8FE5125A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07E96B-0216-D7A2-6C48-5546A1B38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A2E4D-F9E4-47A1-9ACE-306293638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917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E399D-8884-5049-E851-2216423DE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4FEFD3-C0D9-C894-B910-7F4AC455B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0C1C67-0700-E057-1291-66CB250A0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BF83DC-3D5B-1C01-4CEF-A4858EF0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730-4219-472C-83AB-7C86DB4E65AC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4E1775-28BA-CCE7-D59C-AB51E8E4C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1A29D3-99E0-3CC6-096D-3B86E9A3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A2E4D-F9E4-47A1-9ACE-306293638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068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ABC85-A332-0A9C-4B65-8FD1F4AA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F4F8D8-1426-1752-0F51-F0DC001AA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FE468B-7D74-147E-46D8-1EACE1D8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730-4219-472C-83AB-7C86DB4E65AC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26563D-1888-7BE0-4494-70E70A35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3D2AFA-1800-519D-CE0A-3C7087926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A2E4D-F9E4-47A1-9ACE-306293638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3597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310121-96D1-5CC5-802F-24D0D3B22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D1186C4-CC97-5C53-4D91-B8C560C43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4A5362-C1F4-D8A8-1EE6-591BC650A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730-4219-472C-83AB-7C86DB4E65AC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FF2935-9E64-5F61-8700-1B9A9A32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E9261B-079E-A083-DA28-5106AA512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A2E4D-F9E4-47A1-9ACE-306293638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69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E1C684-E9FB-F448-AC74-F09B02044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A23BEE-B976-609B-C60B-738411EC1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4A6795-2AB9-419F-F54D-6CDBC9C8D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A18730-4219-472C-83AB-7C86DB4E65AC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49AC14-1203-DF12-3909-D7ADAD1CC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2F28D2-5653-516F-BB01-B74343ABB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A2E4D-F9E4-47A1-9ACE-306293638C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712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24C8E-E275-D264-F199-2C973EE32A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Analise_Simple_Finance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66EC52-397E-8BAE-50AD-BD45FE46E3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>
                <a:extLst>
                  <a:ext uri="{FF2B5EF4-FFF2-40B4-BE49-F238E27FC236}">
                    <a16:creationId xmlns:a16="http://schemas.microsoft.com/office/drawing/2014/main" id="{AE273632-954B-61F5-8442-ECE416C33D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6177215"/>
                  </p:ext>
                </p:extLst>
              </p:nvPr>
            </p:nvGraphicFramePr>
            <p:xfrm>
              <a:off x="375920" y="335280"/>
              <a:ext cx="11470640" cy="62992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Suplemento 3">
                <a:extLst>
                  <a:ext uri="{FF2B5EF4-FFF2-40B4-BE49-F238E27FC236}">
                    <a16:creationId xmlns:a16="http://schemas.microsoft.com/office/drawing/2014/main" id="{AE273632-954B-61F5-8442-ECE416C33D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920" y="335280"/>
                <a:ext cx="11470640" cy="629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5529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494DCE4F-FC69-ED0C-C86F-E2C5459D06F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32267400"/>
                  </p:ext>
                </p:extLst>
              </p:nvPr>
            </p:nvGraphicFramePr>
            <p:xfrm>
              <a:off x="314960" y="223520"/>
              <a:ext cx="11602720" cy="637032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494DCE4F-FC69-ED0C-C86F-E2C5459D06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4960" y="223520"/>
                <a:ext cx="11602720" cy="637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87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3B0AE51D-69F8-90D8-263F-D58F30130AA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83887600"/>
                  </p:ext>
                </p:extLst>
              </p:nvPr>
            </p:nvGraphicFramePr>
            <p:xfrm>
              <a:off x="294640" y="213360"/>
              <a:ext cx="11684000" cy="631952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3B0AE51D-69F8-90D8-263F-D58F30130AA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40" y="213360"/>
                <a:ext cx="11684000" cy="631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21189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45236ADF-A40B-4B7F-9E1D-D23D25F14862}">
  <we:reference id="wa200003233" version="2.0.0.3" store="pt-BR" storeType="OMEX"/>
  <we:alternateReferences>
    <we:reference id="WA200003233" version="2.0.0.3" store="" storeType="OMEX"/>
  </we:alternateReferences>
  <we:properties>
    <we:property name="reportUrl" value="&quot;/groups/me/reports/c9b9e5c3-1e7c-48d2-a0b5-f7e97317b874/7b3bb8f62203f5efb49c?experience=power-bi&quot;"/>
    <we:property name="reportName" value="&quot;Analise_Simple_Finance&quot;"/>
    <we:property name="reportState" value="&quot;CONNECTED&quot;"/>
    <we:property name="embedUrl" value="&quot;/reportEmbed?reportId=c9b9e5c3-1e7c-48d2-a0b5-f7e97317b874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7b3bb8f62203f5efb49c&quot;"/>
    <we:property name="pageDisplayName" value="&quot;Página 1&quot;"/>
    <we:property name="datasetId" value="&quot;030185ae-4527-4957-bdb2-9ad230a536e9&quot;"/>
    <we:property name="backgroundColor" value="&quot;#FFFFFF&quot;"/>
    <we:property name="bookmark" value="&quot;H4sIAAAAAAAAA+1Y227jNhD9FUMv++IYuti65C3rTdGiaWHUQV4WRkGJI4ULhtSSVBo38A/tb/THOiQlb+w4ySLdS5uun6iZ0fDMzJkR6duAMt1ysv6VXEFwHPwkKKsIlWoUBeNAeCFEYUijDOo6icuIpLMirVErW8Ok0MHxbWCIasBcMN0Rbj2h8O1qHBDOF6SxTzXhGsZBC0pLQTj7E7wxqozqYDMO4KblUhHrcmmIAev2Gs3xGSFEkwR3JJVh17CEynhpViZlmddpHIdJPYO6nBYVmmlv4JAdNLGu3fZzKQxhArdxtnQWh1kNSUaTIo6TOIXEymvGTW9Srk9vWoXRYczr1iZnjlgbqTBrPHBRKNAe9G0wl7y7cqvTHflSdqqC36B2KmGYWaOnmgkiKmaTssGELJTEdDkNLmlXGSe+lH/MFeCmNDgON+MtjhN6jW+jdB/ESdMoaIjpH0+/CMLRknDw0h860dcnvI93hRLNRMP7+n8sxbkPo2UwvyTKWH6V77CQNu34klQU1Ou1y/wbpgYKxOM94N802s1q4Cgav7vDwp4kHv7nZ8VqY1VlFlakjqIig6yIoYpTSr7T95MQ2nqOFpgF2Ctq9AwKE7T993P4sZC/LY/zOs/CKVTTWZqmdTxNoaZP8vi/Mf7GX7XvltBcgXi87x7D8SMDRVR1uT6Da+D38Wz191UDiguimP+mO+zPjKk/nGydBTthvrGnBWt2B0+/ft8xMqIwosQQ76oPJfjlrw/6QGKebO6KdxpZCNQX6WCfP906/4PM+l6mRVhQqPIyTyjQOE0KUj+/l19y2k6E/N6on7FRNcdPm9ppzeAK8JpiF3Ybx7jWo2Pg9ZI6NThC3gZnDEnqfV8Q3lm3r14TzapXiGjjOP5Atztz/eJ7vSftyw5yO9Bc2xGhhyuqr6+S3K2GmuPZids3vfZ9B2qNmJ3FR6wTi2SyRTk5gGFik4vOmMZPDSettsS3l2UUUXDh/wxr/Yyj2JnEIWIBnJOSw++QVlk2i6ZHeF8oj6Z5DUclTaOjOM+LGaRhGhfp/tHCF96hWzAhBmiWCv8gYpfpB0Le3QeNlJTGhjUkY2g50XE+DqpLxqkC4dKzb/L2YGvHYZScDVGdywZny52wPtnH9AEfq35eQByl0yQqqzLPo4LQaOb/kXh0mhm4MaW82T1puN/hASc7o1tSwYIIODDoHI8p0CeGnfvXZjvqNpu/Acl0+TwuEgAA&quot;"/>
    <we:property name="initialStateBookmark" value="&quot;H4sIAAAAAAAAA+1YzW7bOBB+FYOXXhzDkmxZys1xU7RI0hp1kEthFJQ4UlgwpEpR2XgDv9C+xr7YDknZjR0nLrL92U3rEzUzGn4z882I9C1hvK4EXbylV0AOyRvJeE6Z0p2AdIn0wqN3707Oxu9PPr4dnx2jWFWGK1mTw1tiqC7BXPC6ocK6QOGHeZdQIaa0tE8FFTV0SQW6VpIK/id4Y1QZ3cCyS+CmEkpT63JmqAHr9hrN8Rn3DnoR7khzw69hBrnx0lEWZVlSxGHYj4ohFNkgzdGs9gYO2U4T69ptP1HSUC5xG2fLhmF/VEA0YlEahlEYQ2TlBRemNckWxzeVxugw5kVlszJBrKXSmC5BXBQaag/6lkyUaK7c6nhDPlONzuE9FE4lDTcL9FRwSWXObVKWmJCpVpgup8Ela3LjxJfqj4kG3JSRw/6yu8YxZtf4Nkq3QYzLUkNJTft4/F0QdmZUgJe+amRbn/59vHOU1FyWoq3/l1Kc+zAqDpNLqo3lV/YJC2nTji8pzUAfLVzmX3K9okDY3QL+U6NdzlccReNPd1jYksTD//asmC+tKhv1c1oEQTqCURpCHsaM/qbvVyG09exMMQuwVdTgCRSmaPvf5/BjIf9cHidFMuoPIB8M4zguwkEMBdvL4//H+Ov+0L6bQXkF8vG+ewzHaw6a6vxycQrXIO7jWevvq1YoLqjm/pvusD8xpvZUsnZGNsJ8aU8L1uwOnnb9ueG0w6DDqKHeVRsKOfv7r3pHYvY2dy6aGlkIzBdpZ5/vb51fILO+l1naTxnkSZZEDFgYRyktnt7LzzltY6l+N+o3bNRa4KdNb7QmuQK8ptiF3cYxrvLoOHi9Yk4NjpC35JQjSb3vCyoa6/bFEa15/gIRLR3HH+h2Z14/+15vSfu8g1wPNNd2VNarK6qvr1bCrVY1x7OTsG967ecG9AIxO4svWHsWSW+NsrcDQ88mF53xGj81gla1Jb69LKOIgQv/BBb1E45ipwqHiAVwTjMBHyHOR6NhMDjA+0J2MEgKOMhYHByESZIOIe7HYRpvHy184R26KZdyBc1S4V9E7DL9QMib+6CRVsrYsFbJWLWcbITokvySC6ZBuvRsm3zY2dphP4hOV1GdqxJny52wvtrH4AEf83ZeQBjEgyjI8ixJgpSyYOj/kXh0mhm4MZm62TxpuN/uAacaU1c0hymVsGPQOR4zYHuGnfvXhrhNEA1Hsux5wQa6Ho3L5T/wsPsVVxIAAA==&quot;"/>
    <we:property name="isFiltersActionButtonVisible" value="true"/>
    <we:property name="isVisualContainerHeaderHidden" value="false"/>
    <we:property name="reportEmbeddedTime" value="&quot;2026-08-19T18:43:46.826Z&quot;"/>
    <we:property name="creatorTenantId" value="&quot;6a08b164-9df6-45ee-9477-e61f36e2ac66&quot;"/>
    <we:property name="creatorUserId" value="&quot;100320038FB3C8B8&quot;"/>
    <we:property name="creatorSessionId" value="&quot;952a5011-2532-48de-b868-0c8075d4358b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B91E406-296A-44C9-A0C8-847EF6D54D90}">
  <we:reference id="wa200003233" version="2.0.0.3" store="pt-BR" storeType="OMEX"/>
  <we:alternateReferences>
    <we:reference id="WA200003233" version="2.0.0.3" store="" storeType="OMEX"/>
  </we:alternateReferences>
  <we:properties>
    <we:property name="embedUrl" value="&quot;/reportEmbed?reportId=c9b9e5c3-1e7c-48d2-a0b5-f7e97317b874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bookmark" value="&quot;H4sIAAAAAAAAA+1XzW7bMAx+lUDnYLDj3/TWpR02oBuKZetlyIGS6FSFKnmynCUr8kJ7jb3YJNn9b9Ni6Nagmy+WSJr8SH6C6DPCRVNLWH2AUyQ75J3iggHXZhCTIVGdMONxktKsyJJxwfPEPRScVtdWaNWQnTNiwczRHommBek9OeGX2ZCAlIcw97sKZINDUqNptAIpvmNn7FTWtLgeElzWUhvwLqcWLHq3C2fu9g5C/CpxEYFZscApMttJIcmLuCxplnJkBY3iJCqcWdMZBGR3mnjXIfxEKwtCuTBelhZVVOSY5gmlZT6OWZVyL6+EtL0JXe0va+Oyczmval+cicM618ZVTZKQhcGmA31GJlq2p2G1f00+1a1h+BGroFJW2JXzVAkFiglflLUryKHRrlxBM9GtsmYVxMf628SgC+qgRevhBY5dvnBfO+lNELvzucE52H67/0cQumUlbJC+aVXfn+g23pmTNELNZd//y1Z86tKoBU6OwVjPL3riGunL7j7ShqN5vQqV3xPmnAKj4Q3gz5rtenbOUWdxcoWFPUk6+E/Pitnaq5IoS7IyZ9WoLNIKklEWM+9qY70tLi3Vy+vl9t6wGqURpAARp1DSInO7Bw/D85JwMAWJzROQkIHhW03A+zL1TBgSnrAYxlGZ8xEryqxKslG05a37rIRtBlMt+b/Qvk3Zdi2MxlmUViWNS0zirCwKWiRb3sLHXgGPuLLeCjRg2PHqABcob0O70N9WnQM6AiO6YSKk8Zvp9VPRhTNyLeM9P6Z4syt4+vXXVsCA44CDhc5VnwrZVXrjPb5pnnjJdXn/80dzR2EePuyybdyRQN7x+M7h4eE7+SVXtmfcy06yp083CeU5c0NLVNEoGzFKGcvT4v8g/5dnqEecy626lO+fqZ5vqA9sviwZOUX3n+0XurVNDQwPQWGIX3cuBAY7RxxQHHm/Nv59IFw7ukYdgWx9j8JfOQlhQrRfwCvaQg4QAAA=&quot;"/>
    <we:property name="datasetId" value="&quot;030185ae-4527-4957-bdb2-9ad230a536e9&quot;"/>
    <we:property name="pageName" value="&quot;a367188b54dec7b01307&quot;"/>
    <we:property name="reportUrl" value="&quot;/groups/me/reports/c9b9e5c3-1e7c-48d2-a0b5-f7e97317b874/a367188b54dec7b01307&quot;"/>
    <we:property name="reportName" value="&quot;Analise_Simple_Finance&quot;"/>
    <we:property name="reportState" value="&quot;CONNECTED&quot;"/>
    <we:property name="pageDisplayName" value="&quot;Página 2&quot;"/>
    <we:property name="backgroundColor" value="&quot;#FFFFFF&quot;"/>
    <we:property name="initialStateBookmark" value="&quot;H4sIAAAAAAAAA+1X227bMAz9lUDPwWDH1+4tTTNs6BXN1pchGGiJTlWokifLXbMiP7Tf2I9Nkt17mxRDtwbdniyRNHlIHkHUBWG8rgTM9+AUyVvyQTJOgSndC0mfyFa4ub+/vTs83P6yN9wdW7GqDFeyJm8viAE9Q3PE6waEc2GFn6d9AkIcwMztShA19kmFulYSBP+OrbFVGd3gok/wvBJKg3M5MWDQuT2z5nZvY4dvIhsRqOFnOEFqWilEaRbmeZHEDGlWBGEUZNasbg08sgdNnGsffqSkAS5tGCeLszLIUozTqCjydCOkZcycvOTCdCbFfHxeaZudzXleuaqMLNaZ0rZcgvgsNNYt6AsyUqI59avxLflENZriIZZeJQ03c+up5BIk5a4oC1uQA61subxmpBpp9NyLj9W3kUYb1EILFv0rHEN2Zv+20rsghrOZxhmYbjv+IwjtsuTGS981sutPcB/v1EpqLmei6/91Kz62aVQcR8egjeNXcWIb6cpuf1Kaod6c+8pvcX1JgUH/DvAXzXYxveSotTi5wcKOJC3852fFdOFUUZBESZ7ScpBncQnRIAmpc7W03gbPTaHOb5fbecNyEAcQAwSsgLzIErtbeRheloS9CQisn4GEFDRbawI+lqljQp+wiIawEeQpG9AsT8ooGQRr3rpPkpu6N1GC/QvtW5Zt28JgIwniMi/CHKMwybOsyKI1b+FTr4AnXFnvOWrQ9Hi+g2co7kO70t9XXQI6As3bYcKn8ZvpdePQlTNyK+MtN6Y4sxt4uvXXhkOPYY+BgdZVlwoZSrX0Hl82T7zmuuz+/FE/UJjVh100tT0SyFoePzg8rL6TX3NlO8a97iQ7+rSTUJpSO7QEZREkA1oUlKZx9n+Q/8sz1BPO5Vpdyo/PVC831Hs2X5eMnKJ9Z7uFakxdAcUDkOjjV60Ljt7OEgckQ9attfvucNuOtlFHIBrXI/8qJz6I7R0vBK74wb3ViYfl0f0CUl6X9zcQAAA=&quot;"/>
    <we:property name="isFiltersActionButtonVisible" value="true"/>
    <we:property name="isVisualContainerHeaderHidden" value="false"/>
    <we:property name="reportEmbeddedTime" value="&quot;2026-08-19T18:45:05.333Z&quot;"/>
    <we:property name="creatorTenantId" value="&quot;6a08b164-9df6-45ee-9477-e61f36e2ac66&quot;"/>
    <we:property name="creatorUserId" value="&quot;100320038FB3C8B8&quot;"/>
    <we:property name="creatorSessionId" value="&quot;9d8685d4-b640-4a4d-a07e-c685679ac030&quot;"/>
    <we:property name="artifactViewState" value="&quot;liv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83E6D85B-9685-4609-A61E-E930261A4DC4}">
  <we:reference id="wa200003233" version="2.0.0.3" store="pt-BR" storeType="OMEX"/>
  <we:alternateReferences>
    <we:reference id="WA200003233" version="2.0.0.3" store="" storeType="OMEX"/>
  </we:alternateReferences>
  <we:properties>
    <we:property name="embedUrl" value="&quot;/reportEmbed?reportId=c9b9e5c3-1e7c-48d2-a0b5-f7e97317b874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bookmark" value="&quot;H4sIAAAAAAAAA+1Wy27bMBD8FYNno9D7kVviukCBojDqNpfCh5W4VBjQpEBRrl3D/96lpCBPFGiQtjlEOoicXezOjkYQj4zLrlVw+AxbZGfso+ayBm7sLGRzpkewypMqq5HnWRTnAWISBAFFTeuk0R07OzIHtkF3KbselK9E4PfNnIFSK2j8ToDqcM5atJ3RoORPHJMp5GyPpznDfauMBV9y7cChL7ujdNoThfBdTB2hdnKHa6zdiBZRWuQc6qRIRB5UuahLQWndmDAwezLFlx7aL4x2IDW18RhGSRGmeRKHooxTAVlchB4XUrkppTos962l6WjmQ+vFOec70CQOG0aw2I2Mj+y8aSw24Kbt8l5wYVS/fQJfm97W+AUHjkvtpDtQDyE19ZBerhNJtbKGhBwiszUoHNEPvZ50Cfz2yvxYWCQhuQfmr4TvNy1dN1sbxf+E84KgxlhypnpE+6WYLUyvnT2wxzw2hHRSN2ry7K19vo70ttD6z6G6Jt95l5xunErlr+94cRrjMNjn5XlvTj5UhGEWRJWI4yhOkihMyzx75SampZDuzRB/xxB5nJUxjzEQeVaKtEyTKHgzxDNYrbHZonbPMUQrcXEF1j10hbEc7cX4/t9Le/Nji+YPqP5X1U+bf2nfW5VH+/JI8LAQQU13GeeAUch9qd/q7XDvKrO/L/dw3UXYFunY4hemd10LNa5A4zBNOxKSOB4M9i1ojnxaW//8JOnrGVtfgup91+GQw4Y2nvvpFzR/oRtdCQAA&quot;"/>
    <we:property name="datasetId" value="&quot;030185ae-4527-4957-bdb2-9ad230a536e9&quot;"/>
    <we:property name="pageName" value="&quot;82587dac484f70b7fc9f&quot;"/>
    <we:property name="reportUrl" value="&quot;/groups/me/reports/c9b9e5c3-1e7c-48d2-a0b5-f7e97317b874/82587dac484f70b7fc9f&quot;"/>
    <we:property name="reportName" value="&quot;Analise_Simple_Finance&quot;"/>
    <we:property name="reportState" value="&quot;CONNECTED&quot;"/>
    <we:property name="pageDisplayName" value="&quot;Página 3&quot;"/>
    <we:property name="backgroundColor" value="&quot;#FFFFFF&quot;"/>
    <we:property name="initialStateBookmark" value="&quot;H4sIAAAAAAAAA+1WXW/aMBT9K8jPaCIfkKRvNGPS1LVFZevLhKab+Dp1ZezIcRgM8d93nVD1U5tWdVsfCg/Yx5d7zj2cCO8Yl02tYHsGK2RH7KPmsgRu7CBgQ6Z78Pj8/OR0enHy7Wx6OiPY1E4a3bCjHXNgK3SXsmlB+RYEfl0OGSg1h8rvBKgGh6xG2xgNSv7AvpiOnG1xP2S4qZWx4FsuHDj0bddUTnviDt5FxAilk2tcYOl6NA3HacKhjNNYJKMiEWUmqKzpCzplT5b41h19brQDqYnGYxjGaTBO4igQWTQWMInSwONCKncoKbazTW1pOpp5W3tXpnwNukTOuhEsNr3iHZtWlcUK3GE7u3eYG9WunsAXprUlXmCncaaddFviEFITh/R27cmquTVkZHcyWIDCHv3Q6oMvI7+9Mt9zi2Qk98Dwlej9oqVrBguj+J9ozgmqjKVIqkeyX0pZblrt7JY91rEkpJG6UofM3sbncy9vBbV/HIpryp1Pyf4mqdT++k4WD2Nsu/i8vO7l3h+lQTAZhYWIojCK4zAYZ8nklYeYlkK6t0D8nUAk0SSLeIQjkUwyMc7GcTh6C8QzVC2wWqF2zwlELTG/AusepsJYjva4//3fS3vzxxYOH0j9r67vl/8yvrcu9/HloeBBKkYlvbMoAQwD7lv90m+HG1eYzX27u9ddhK2Qri1+YVrX1FDiHDR209S9IIn9xWBTg+bID2vrPz9Jenp66ktQrWftLjmsIyE1slD4my/4qw/rZPlZ9z8B3QQ6JYYJAAA=&quot;"/>
    <we:property name="isFiltersActionButtonVisible" value="true"/>
    <we:property name="isVisualContainerHeaderHidden" value="false"/>
    <we:property name="reportEmbeddedTime" value="&quot;2026-08-19T18:46:01.608Z&quot;"/>
    <we:property name="creatorTenantId" value="&quot;6a08b164-9df6-45ee-9477-e61f36e2ac66&quot;"/>
    <we:property name="creatorUserId" value="&quot;100320038FB3C8B8&quot;"/>
    <we:property name="creatorSessionId" value="&quot;4e76d3ef-e0a0-49e9-a01d-a51adb8af8c0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Analise_Simple_Finance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Peterson Souza</dc:creator>
  <cp:lastModifiedBy>Peterson Souza</cp:lastModifiedBy>
  <cp:revision>1</cp:revision>
  <dcterms:created xsi:type="dcterms:W3CDTF">2026-08-19T18:44:17Z</dcterms:created>
  <dcterms:modified xsi:type="dcterms:W3CDTF">2026-08-19T18:47:58Z</dcterms:modified>
</cp:coreProperties>
</file>